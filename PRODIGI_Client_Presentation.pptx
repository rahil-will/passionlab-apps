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with: Where are the 2,000 pieces between Cutting and Sewing?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 and Terminal are first-class department roles — not flags on Standard. Store and Outsource are planning_mode on role=standard.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log 50 pieces size M for hour 10–11; show in Day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Prodigi's moat — without handover, it's just another tally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Prodigi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FDBFE"/>
                </a:solidFill>
              </a:defRPr>
            </a:pPr>
            <a:r>
              <a:t>Manufacturing Execution System for Garment Factories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3C5FD"/>
                </a:solidFill>
              </a:defRPr>
            </a:pPr>
            <a:r>
              <a:t>Know what is planned · what is happening on the floor · where every piece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A5FA"/>
                </a:solidFill>
              </a:defRPr>
            </a:pPr>
            <a:r>
              <a:t>Rajesh Bheda Consulting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Factories run on spreadsheets, paper challans, and end-of-day Excel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No real-time visibility into WIP between departments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Pieces "appear" in the next department without traceability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Quality data lives in separate systems from production counts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Management reports are built manually — always a day late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Buyer audits fail WIP reconciliation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Prodigi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A production-first MES — not ERP, not PLM, not costing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Tracks every piece through departments: in-house and outsourced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Real-time floor capture on tablets + unified desktop planning &amp; reports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Multi-tenant SaaS — one platform, factory-scoped data isolation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Single job: know what's planned, what's live, and where WIP 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MES Engine — Three Rules</a:t>
            </a:r>
          </a:p>
          <a:p>
            <a:pPr>
              <a:defRPr sz="1400">
                <a:solidFill>
                  <a:srgbClr val="BFDBFE"/>
                </a:solidFill>
              </a:defRPr>
            </a:pPr>
            <a:r>
              <a:t>These rules define WIP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1. Output XOR QC</a:t>
            </a:r>
          </a:p>
          <a:p>
            <a:pPr lvl="1"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One active capture session per department + order: hourly/batch OR QC — never both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2. Handover is mandatory</a:t>
            </a:r>
          </a:p>
          <a:p>
            <a:pPr lvl="1"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Pieces cannot appear in dept N+1 without a logged challan from dept N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3. Audit is optional</a:t>
            </a:r>
          </a:p>
          <a:p>
            <a:pPr lvl="1"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AQL sampling never blocks production unless explicitly configured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Department Classification &amp; Capture Architecture</a:t>
            </a:r>
          </a:p>
          <a:p>
            <a:pPr>
              <a:defRPr sz="1400">
                <a:solidFill>
                  <a:srgbClr val="BFDBFE"/>
                </a:solidFill>
              </a:defRPr>
            </a:pPr>
            <a:r>
              <a:t>Four layers — read this before any app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47548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Consolas"/>
              </a:defRPr>
            </a:pPr>
            <a:r>
              <a:t>Work Center (Department)</a:t>
            </a:r>
          </a:p>
          <a:p>
            <a:pPr>
              <a:defRPr sz="1400">
                <a:solidFill>
                  <a:srgbClr val="475569"/>
                </a:solidFill>
                <a:latin typeface="Consolas"/>
              </a:defRPr>
            </a:pPr>
            <a:r>
              <a:t>├── Origin  →  Cutting (Lay Report)</a:t>
            </a:r>
          </a:p>
          <a:p>
            <a:pPr>
              <a:defRPr sz="1400">
                <a:solidFill>
                  <a:srgbClr val="475569"/>
                </a:solidFill>
                <a:latin typeface="Consolas"/>
              </a:defRPr>
            </a:pPr>
            <a:r>
              <a:t>├── Standard Production</a:t>
            </a:r>
          </a:p>
          <a:p>
            <a:pPr>
              <a:defRPr sz="1400">
                <a:solidFill>
                  <a:srgbClr val="475569"/>
                </a:solidFill>
                <a:latin typeface="Consolas"/>
              </a:defRPr>
            </a:pPr>
            <a:r>
              <a:t>│     ├── Loading  →  Hourly Input</a:t>
            </a:r>
          </a:p>
          <a:p>
            <a:pPr>
              <a:defRPr sz="1400">
                <a:solidFill>
                  <a:srgbClr val="475569"/>
                </a:solidFill>
                <a:latin typeface="Consolas"/>
              </a:defRPr>
            </a:pPr>
            <a:r>
              <a:t>│     └── Produce  →  Hourly | QC | Batch</a:t>
            </a:r>
          </a:p>
          <a:p>
            <a:pPr>
              <a:defRPr sz="1400">
                <a:solidFill>
                  <a:srgbClr val="475569"/>
                </a:solidFill>
                <a:latin typeface="Consolas"/>
              </a:defRPr>
            </a:pPr>
            <a:r>
              <a:t>├── Store  →  Handover only</a:t>
            </a:r>
          </a:p>
          <a:p>
            <a:pPr>
              <a:defRPr sz="1400">
                <a:solidFill>
                  <a:srgbClr val="475569"/>
                </a:solidFill>
                <a:latin typeface="Consolas"/>
              </a:defRPr>
            </a:pPr>
            <a:r>
              <a:t>├── Outsource  →  Vendor capture + 2-leg handover</a:t>
            </a:r>
          </a:p>
          <a:p>
            <a:pPr>
              <a:defRPr sz="1400">
                <a:solidFill>
                  <a:srgbClr val="475569"/>
                </a:solidFill>
                <a:latin typeface="Consolas"/>
              </a:defRPr>
            </a:pPr>
            <a:r>
              <a:t>└── Terminal  →  Shipment / QA</a:t>
            </a:r>
          </a:p>
          <a:p>
            <a:pPr>
              <a:defRPr sz="1400">
                <a:solidFill>
                  <a:srgbClr val="475569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475569"/>
                </a:solidFill>
                <a:latin typeface="Consolas"/>
              </a:defRPr>
            </a:pPr>
            <a:r>
              <a:t>Every non-terminal department also gets:</a:t>
            </a:r>
          </a:p>
          <a:p>
            <a:pPr>
              <a:defRPr sz="1300">
                <a:solidFill>
                  <a:srgbClr val="475569"/>
                </a:solidFill>
                <a:latin typeface="Consolas"/>
              </a:defRPr>
            </a:pPr>
            <a:r>
              <a:t>  • Transaction (handover)  • Audit (optional)</a:t>
            </a:r>
          </a:p>
          <a:p>
            <a:pPr>
              <a:defRPr sz="1300">
                <a:solidFill>
                  <a:srgbClr val="475569"/>
                </a:solidFill>
                <a:latin typeface="Consolas"/>
              </a:defRPr>
            </a:pPr>
            <a:r>
              <a:t>  • Supervisory app (where entitled)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1280160"/>
            <a:ext cx="34747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1E3A8A"/>
                </a:solidFill>
              </a:defRPr>
            </a:pPr>
            <a:r>
              <a:t>Layer 1: Department kind</a:t>
            </a:r>
          </a:p>
          <a:p>
            <a:pPr>
              <a:spcAft>
                <a:spcPts val="1400"/>
              </a:spcAft>
              <a:defRPr sz="1500" b="1">
                <a:solidFill>
                  <a:srgbClr val="1E3A8A"/>
                </a:solidFill>
              </a:defRPr>
            </a:pPr>
            <a:r>
              <a:t>Layer 2: Operation type (Loading, Produce…)</a:t>
            </a:r>
          </a:p>
          <a:p>
            <a:pPr>
              <a:spcAft>
                <a:spcPts val="1400"/>
              </a:spcAft>
              <a:defRPr sz="1500" b="1">
                <a:solidFill>
                  <a:srgbClr val="1E3A8A"/>
                </a:solidFill>
              </a:defRPr>
            </a:pPr>
            <a:r>
              <a:t>Layer 3: Capture method (Hourly, QC…)</a:t>
            </a:r>
          </a:p>
          <a:p>
            <a:pPr>
              <a:spcAft>
                <a:spcPts val="1400"/>
              </a:spcAft>
              <a:defRPr sz="1500" b="1">
                <a:solidFill>
                  <a:srgbClr val="1E3A8A"/>
                </a:solidFill>
              </a:defRPr>
            </a:pPr>
            <a:r>
              <a:t>Layer 4: Global capabilities (Handover, Audit)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Five Department Kinds</a:t>
            </a:r>
          </a:p>
          <a:p>
            <a:pPr>
              <a:defRPr sz="1400">
                <a:solidFill>
                  <a:srgbClr val="BFDBFE"/>
                </a:solidFill>
              </a:defRPr>
            </a:pPr>
            <a:r>
              <a:t>Origin &amp; Terminal are peer types — not special cases of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Origin (role=origin) — first visit; Cutting lay report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Standard Production (role=standard, mode=production) — Loading + Produce ops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Store (role=standard, mode=storage) — passive; handover + supervisor only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Outsource (role=standard, mode=outsource) — vendor two-leg handover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Terminal (role=terminal) — last visit; Shipment / QA capture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 Applications — One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Onboarding App (RBC only) — provision factories, entitlements, first admin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Prodigi Web (desktop) — orders, planning, reports, work centers, users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Prodigi Floor (mobile PWA) — hourly, handover, QC, audit, shipment capture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Factory admin configures in Web → operators execute on Floor → reports close the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Platform (RBC / Supabase)</a:t>
            </a:r>
          </a:p>
          <a:p>
            <a:pPr lvl="1"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└── Factories (tenants — RLS isolated)</a:t>
            </a:r>
          </a:p>
          <a:p>
            <a:pPr lvl="1"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└── Departments / Work Centers</a:t>
            </a:r>
          </a:p>
          <a:p>
            <a:pPr lvl="1"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└── Lines (assigned resources)</a:t>
            </a:r>
          </a:p>
          <a:p>
            <a:pPr lvl="1">
              <a:spcAft>
                <a:spcPts val="1000"/>
              </a:spcAft>
              <a:defRPr sz="1600">
                <a:solidFill>
                  <a:srgbClr val="475569"/>
                </a:solidFill>
              </a:defRPr>
            </a:pPr>
            <a:r>
              <a:t>└── Users → Apps → Capture data → Reports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Floor login: Factory ID + Employee ID + PIN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Desktop login: email + password (factory admin)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Who Uses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Factory Admin — Prodigi Web: configure, plan, report, manage users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Supervisor — Floor: handover, workforce allocation, style KPIs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Operator — Floor: hourly/batch/QC output on assigned operations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QC / Auditor — Floor: piece-wise inspection or AQL audit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Terminal Clerk — Floor: shipment log, rejection, buyer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Factory Lifecycle</a:t>
            </a:r>
          </a:p>
          <a:p>
            <a:pPr>
              <a:defRPr sz="1400">
                <a:solidFill>
                  <a:srgbClr val="BFDBFE"/>
                </a:solidFill>
              </a:defRPr>
            </a:pPr>
            <a:r>
              <a:t>Time to first capture: days, not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1. RBC provisions factory + admin (Onboarding App)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2. Admin configures shifts, departments, process flows, buyers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3. Admin creates floor users — PIN, department, operation assignments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4. Create orders → apply routing → line planning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5. Floor capture → handover → reports → order completion / OTIF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Hourly Production (Floor)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Operators log size-wise output by shift hour slot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Linked to line allocation — planned style on a resource/line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Balance cap: cannot exceed planned minus already produced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3 taps from home screen to logging — designed for factory floor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Feeds Day Report, Style Report, Dashboard efficiency trends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Handover — The WIP Spine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Mandatory digital challan between every department visit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Send → Pending → Receive (or Dispute → Amend)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Outsourced departments: two-leg handover (out-challan + return-challan)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Next department blocked from capture until receive confirmed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Transaction Report + Day Report show in-transit WIP and disputes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Quality — QC Log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QC Log: piece-wise pass / fail / rework with defect codes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Output XOR QC: hourly stops while QC session is active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DHU and defect Pareto available same day in reports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Audit (AQL): optional batch sampling — does not block flow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Quality data on the same order route as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Orders &amp; Planning (Web)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Create Order — style, buyer, colorways, sizes, shipment plan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Process flow templates → order routing (frozen per save)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Production Planning — Gantt line allocations with SAM &amp; daily targets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Plan saved → styles appear immediately on operator floor hubs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Dept. Schedule — cross-order Gantt for capacity 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Create Order → Routing → Line Planning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→ Cutting (Lay Report) → Handover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→ Sewing (Hourly) → QC (optional) → Handover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→ Finishing / Washing / Packing → Handover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→ Shipment Log → Order Completion → OTIF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Reports &amp;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Day Report — department output, handovers, efficiency by date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Style Report — full colorway lifecycle, matrix, daily charts, OTIF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Transaction Report — handover slip history and dispute status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Dashboard — cut-to-ship funnel, fulfillment %, output &amp; efficiency trends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Same-day insight — no overnight Excel consolidation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Hourly / Daily Output — pieces produced per hour and day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Efficiency % — actual vs SAM-based target (workforce-adjusted)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DHU — defects per hundred units inspected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Handover Compliance — sends received vs pending / disputed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Cut-to-Ship % — shipped qty vs cut qty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OTIF — on-time in-full for closed colorways vs shipment plan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Benefits by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Management — morning dashboard in 10 min; OTIF without merchandiser Excel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Supervisors — hour-wise targets vs actual; dispute resolution on tablet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Operators — clear daily assignment; simple PIN login; size balance caps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Quality — DHU at source; defect Pareto same day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Factory — WIP traceability; buyer audit readiness; scalable onboarding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Security &amp; Multi-Tenancy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Every table filtered by factory_id via Supabase Row Level Security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Floor PIN stored hashed; synthetic auth email — operators never use email login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No self-service factory creation — RBC provisions via secure onboarding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User CRUD via Edge Functions — admin JWT only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UI route guards are UX; RLS + RPCs are the real security boundary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Prodigi Web — Vite, React 19, TypeScript, TanStack Query, Tailwind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Prodigi Floor — Next.js PWA (install to tablet home screen)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Backend — Supabase Postgres, Auth, Edge Functions, RPC business logic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Desktop read-cache offline; floor capture queue for intermittent connectivity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Near-term: Company/HQ multi-factory layer, desktop RBAC (planner/viewer)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Buyer Portal — read-only WIP and OTIF for merchandisers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AI Insights — anomaly detection on efficiency drops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Predictive analytics — shipment delay alerts before dates slip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Machine / IoT integration — automated count verification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Prodigi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80467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Handover spine — mandatory WIP integrity, not optional challans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Output XOR QC — one truth per department; no conflicting numbers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Four-layer capture model — configure once, floor apps derive correctly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Production-first — built for garment piece-flow, not generic ERP</a:t>
            </a:r>
          </a:p>
          <a:p>
            <a:pPr>
              <a:spcAft>
                <a:spcPts val="1000"/>
              </a:spcAft>
              <a:defRPr sz="1800">
                <a:solidFill>
                  <a:srgbClr val="475569"/>
                </a:solidFill>
              </a:defRPr>
            </a:pPr>
            <a:r>
              <a:t>Consulting + software — RBC implements process design with the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91840"/>
            <a:ext cx="69494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BFDBFE"/>
                </a:solidFill>
              </a:defRPr>
            </a:pPr>
            <a:r>
              <a:t>•  Pilot factory — 4-week implementation to first live capture</a:t>
            </a:r>
          </a:p>
          <a:p>
            <a:pPr>
              <a:spcAft>
                <a:spcPts val="1600"/>
              </a:spcAft>
              <a:defRPr sz="2000">
                <a:solidFill>
                  <a:srgbClr val="BFDBFE"/>
                </a:solidFill>
              </a:defRPr>
            </a:pPr>
            <a:r>
              <a:t>•  Live demo — order creation through floor capture to Day Report</a:t>
            </a:r>
          </a:p>
          <a:p>
            <a:pPr>
              <a:spcAft>
                <a:spcPts val="1600"/>
              </a:spcAft>
              <a:defRPr sz="2000">
                <a:solidFill>
                  <a:srgbClr val="BFDBFE"/>
                </a:solidFill>
              </a:defRPr>
            </a:pPr>
            <a:r>
              <a:t>•  Contact RBC for factory provisioning and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